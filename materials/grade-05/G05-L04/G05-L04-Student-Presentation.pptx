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Earth's Hidden 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97% Is Undrinkable, 2% Is Frozen. We Live on the Rest.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G05-L04  |  5-ESS2-2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Describe the distribution of Earth's water across major reservoirs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precipitation and temperature control freshwater availability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how evaporation reduces accessible water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how climate patterns affect freshwater supplies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Precipitation: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Any form of water falling from clouds (rain, snow, hail)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Evaporation: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Water turning into vapor and rising into the atmosphere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Freshwater: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Water that is safe to drink and use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Reservoir: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natural or artificial storage place for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What controls how much fresh water is available for communities to use?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Precipitation Amount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Rainfall and snowfall controlled by weather patterns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Temperature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Ambient warmth that drives evaporation rates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Freshwater Availability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Usable fresh water accessible to communities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Evaporation Rate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fast water leaves the surface into atmosphere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When temperature rises, what happens to water in lakes and rivers?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Normal Conditions</a:t>
            </a:r>
          </a:p>
          <a:p>
            <a:pPr>
              <a:defRPr sz="1400"/>
            </a:pPr>
            <a:r>
              <a:t>     Set both Precipitation and Temperature to moderate levels</a:t>
            </a:r>
          </a:p>
          <a:p>
            <a:pPr>
              <a:spcBef>
                <a:spcPts val="1200"/>
              </a:spcBef>
              <a:defRPr sz="1600" b="1"/>
            </a:pPr>
            <a:r>
              <a:t>Drought + Heat Wave</a:t>
            </a:r>
          </a:p>
          <a:p>
            <a:pPr>
              <a:defRPr sz="1400"/>
            </a:pPr>
            <a:r>
              <a:t>     Lock Precipitation to 10% and Temperature to 90%</a:t>
            </a:r>
          </a:p>
          <a:p>
            <a:pPr>
              <a:spcBef>
                <a:spcPts val="1200"/>
              </a:spcBef>
              <a:defRPr sz="1600" b="1"/>
            </a:pPr>
            <a:r>
              <a:t>Winter Snowpack</a:t>
            </a:r>
          </a:p>
          <a:p>
            <a:pPr>
              <a:defRPr sz="1400"/>
            </a:pPr>
            <a:r>
              <a:t>     Lock Temperature to 20% and Precipitation to 80%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Less than 1% of Earth's water is accessible fresh water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Precipitation ADDS to freshwater availability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Evaporation REMOVES from freshwater availability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Hot, dry conditions create water crises for communities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The balance between precipitation adding water and evaporation removing it determines how much fresh water is available!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Water Conservation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water conservation plan for a city facing drought conditions.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Which uses of water are essential vs. optional?</a:t>
            </a:r>
          </a:p>
          <a:p>
            <a:pPr>
              <a:spcBef>
                <a:spcPts val="400"/>
              </a:spcBef>
              <a:defRPr sz="1300"/>
            </a:pPr>
            <a:r>
              <a:t>     *  How can you reduce evaporation from reservoirs?</a:t>
            </a:r>
          </a:p>
          <a:p>
            <a:pPr>
              <a:spcBef>
                <a:spcPts val="400"/>
              </a:spcBef>
              <a:defRPr sz="1300"/>
            </a:pPr>
            <a:r>
              <a:t>     *  What technologies can recycle or reuse water?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Hydrologists and Water Resource Managers protect community water supplies and predict droughts. They earn $75,000-$110,000/year.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