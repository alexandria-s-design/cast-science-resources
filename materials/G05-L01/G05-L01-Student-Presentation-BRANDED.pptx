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7432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37560" y="1874519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7830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32004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" y="34290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" y="36576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" y="38862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4320" y="41148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43434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" y="45720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0" y="32004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0" y="34290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78240" y="36576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38862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0" y="41148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0" y="43434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0" y="4572000"/>
            <a:ext cx="91440" cy="9144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Student PowerPoint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A1A1A"/>
                </a:solidFill>
              </a:defRPr>
            </a:pPr>
            <a:r>
              <a:t>When Trees Become Matches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389120"/>
            <a:ext cx="45720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49377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Diverse 5th graders looking at California golden hills with distant wildfire smoke. 70% students of color (Black, Latino, Asian). Age-appropriate, educational.]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Split image: Beautiful green California forest on left / Same forest with orange fire-smoke sky on right. Dramatic contrast showing before/after of wildfire impact.]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</a:defRPr>
            </a:pPr>
            <a:r>
              <a:t>Same state. Same trees. Every single year.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EC8E3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do Earth's systems work together to create perfect fire conditions?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EC8E3"/>
                </a:solidFill>
              </a:defRPr>
            </a:pPr>
            <a:r>
              <a:t>Atmosphere + Biosphere + Hydrosphere = 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What We're Building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A cause-and-effect MODEL of wildfire conditions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Discover how Earth's systems connect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Predict what happens when conditions change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Think like a Wildfire Data Scientist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393192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154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Diverse students (Black girl, Latino boy, Asian girl) collaborating on computers in science classroom. Engaged, curious expressions. Age 10-11.]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ModelIt! | G05-L01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The Parts of Our Fire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EXTERNAL — things we CAN'T control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  • Rainfall (weather decides)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  • Wind (nature decides)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INTERNAL — things that CHANGE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  • Dry Vegetation (changes based on rain)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   • Fire Spread (what we're trying to understand)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ModelIt! | G05-L01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LOCATE — Build Your Fire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1: Look at the components in ModelIt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2: SORT them into EXTERNAL and INTERNAL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Your teacher will show you how!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3: Click the PLUS (+) button to add each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4: You should have 4 components on your canvas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3657600" cy="27432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PLATFORM SCREENSHOT - Team will add actual ModelIt interface screenshot]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ESTABLISH — Connect the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1: Click the CONNECT icon (top left)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2: Draw arrows between components: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Rainfall → Dry Vegetation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Dry Vegetation → Fire Spread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Wind → Fire Spread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3: Set each as + (positive) or − (negative)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Ask: When THIS goes up, does THAT go up or down?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3657600" cy="27432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PLATFORM SCREENSHOT - Team will add actual ModelIt interface 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The Chain Reaction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731520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DIAGRAM: Rainfall —(−)→ Dry Vegetation —(+)→ Fire Spread ←(+)— Wind. Show arrows with +/- labels. Clean, educational style matching ModelIt aesthetic.]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E86AB"/>
                </a:solidFill>
              </a:defRPr>
            </a:pPr>
            <a:r>
              <a:t>When rain STOPS, the dominoes fall toward FIRE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VISUALIZE — Run Your Fire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1: Click the PLAY button (top left)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2: Watch the graph — see components change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3: CREATE A DROUGHT: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Find the LOCK icon next to Rainfall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Lock Rainfall to OFF (0%)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4: Watch Dry Vegetation and Fire Spread rise!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STEP 5: Lock WIND to ON (100%) — Santa Ana winds!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828800"/>
            <a:ext cx="3657600" cy="27432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PLATFORM SCREENSHOT - Team will add actual ModelIt interface 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Reading Your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36576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PLATFORM SCREENSHOT: Graph showing Rainfall at 0%, Dry Vegetation climbing to high %, Fire Spread climbing. Show colorful lines on graph panel.]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</a:defRPr>
            </a:pPr>
            <a:r>
              <a:t>You just simulated California's fire season!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EXTEND — Play, Research, Expand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PLAY TIME! Experiment with your model: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What if rain comes back?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What creates the WORST fire conditions?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RESEARCH: What's MISSING from your model?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Temperature / Heat waves?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Humans (campfires, power lines)?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   • Firefighters?</a:t>
            </a: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1A"/>
                </a:solidFill>
              </a:defRPr>
            </a:pPr>
            <a:r>
              <a:t>ADD one new component based on your research!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Earth Systems Working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ATMOSPHERE — weather, wind, temperature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BIOSPHERE — plants, trees, vegetation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HYDROSPHERE — rain, drought, water cycle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Wildfires happen where all three OVERLAP</a:t>
            </a:r>
          </a:p>
          <a:p>
            <a:pPr>
              <a:spcAft>
                <a:spcPts val="1000"/>
              </a:spcAft>
              <a:defRPr sz="1800">
                <a:solidFill>
                  <a:srgbClr val="1A1A1A"/>
                </a:solidFill>
              </a:defRPr>
            </a:pPr>
            <a:r>
              <a:t>• Your model shows how they 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393192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154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Venn diagram showing Atmosphere, Biosphere, Hydrosphere overlapping. Fire icon in center where all three meet. Blue/green color scheme.]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ModelIt! | G05-L01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37160" cy="5486400"/>
          </a:xfrm>
          <a:prstGeom prst="rect">
            <a:avLst/>
          </a:prstGeom>
          <a:solidFill>
            <a:srgbClr val="E6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🔥 Career Connection: Wildfire Data Scientist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Builds computer models just like yours — but BIGGER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Predicts where fires will start BEFORE they happen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Analyzes weather, vegetation, wind, and climate data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• Helps position firefighters and warn communities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💰 SALARY: $95,000 - $150,000+ per year</a:t>
            </a: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A1A1A"/>
                </a:solidFill>
              </a:defRPr>
            </a:pPr>
            <a:r>
              <a:t>Your fire model? That's step one toward this career.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828800"/>
            <a:ext cx="365760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3154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Black or Latino data scientist (woman, 30s) at computer with fire prediction map on screen. Professional setting, confident expression. Inspirational role model image.]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EC8E3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story does YOUR model tell?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EC8E3"/>
                </a:solidFill>
              </a:defRPr>
            </a:pPr>
            <a:r>
              <a:t>Think-Pair-Share: Explain your model to a 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