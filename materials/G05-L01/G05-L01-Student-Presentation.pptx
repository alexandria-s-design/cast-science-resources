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4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When Trees Become 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EC8E3"/>
                </a:solidFill>
              </a:defRPr>
            </a:pPr>
            <a:r>
              <a:t>California burns every year. It's not bad luck — it's science.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EC8E3"/>
                </a:solidFill>
              </a:defRPr>
            </a:pPr>
            <a:r>
              <a:t>ModelIt | Systems Thinking for K-12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914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7EC8E3"/>
                </a:solidFill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Same state. Same trees.</a:t>
            </a:r>
            <a:br/>
            <a:r>
              <a:t>Every single year.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7EC8E3"/>
                </a:solidFill>
              </a:defRPr>
            </a:pPr>
            <a:r>
              <a:t>[Split image: Beautiful California forest / Same forest on fire]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914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7EC8E3"/>
                </a:solidFill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How do Earth's systems work together</a:t>
            </a:r>
            <a:br/>
            <a:r>
              <a:t>to create perfect fire conditions?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7EC8E3"/>
                </a:solidFill>
              </a:defRPr>
            </a:pPr>
            <a:r>
              <a:t>[Icons: Atmosphere + Biosphere + Hydrosphere = Fire]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What We're Building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A cause-and-effect MODEL of wildfire conditions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Discover how Earth's systems connect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Predict what happens when conditions change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Think like a Wildfire Data 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ModelIt | G05-L01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The Parts of Our Fire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EXTERNAL — things we CAN'T control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    Rainfall (weather decides)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    Wind (nature decides)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INTERNAL — things that CHANGE based on other things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    Dry Vegetation (changes based on rain)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    Fire Spread (what we're trying to understand)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ModelIt | G05-L01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1A4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11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LOCATE — Build Your Fire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STEP 1: Look at the components in ModelIt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STEP 2: SORT them — which are External? Which are Internal?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STEP 3: Click the PLUS (+) button to add each component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STEP 4: You should have 4 components on your canvas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Your teacher will show you how to sort in the video!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1A4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11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ESTABLISH — Connect the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STEP 1: Click the CONNECT icon (top left)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STEP 2: Draw arrows between related components: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    • Rainfall → Dry Vegetation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    • Dry Vegetation → Fire Spread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    • Wind → Fire Spread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STEP 3: Set each connection as + (positive) or − (negative)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Ask yourself: When THIS goes up, does THAT go up or down?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The Chain Reaction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97280"/>
            <a:ext cx="7772400" cy="4114800"/>
          </a:xfrm>
          <a:prstGeom prst="roundRect">
            <a:avLst/>
          </a:prstGeom>
          <a:solidFill>
            <a:srgbClr val="F5F9FC"/>
          </a:solidFill>
          <a:ln w="254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66666"/>
                </a:solidFill>
              </a:defRPr>
            </a:pPr>
            <a:r>
              <a:t>[Diagram: Rainfall —(−)→ Dry Vegetation —(+)→ Fire Spread ←(+)— Wind</a:t>
            </a:r>
            <a:br/>
            <a:br/>
            <a:r>
              <a:t>When rain STOPS, the dominoes fall toward FIRE]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1A4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11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VISUALIZE — Run Your Fire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STEP 1: Click the PLAY button (top left)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STEP 2: Watch the graph — see how components change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STEP 3: CREATE A DROUGHT: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    • Find the LOCK icon next to Rainfall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    • Lock Rainfall to OFF (0%)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STEP 4: Watch what happens to Dry Vegetation and Fire Spread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STEP 5: Lock WIND to ON (100%) — Santa Ana winds!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Reading Your Simulation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97280"/>
            <a:ext cx="7772400" cy="4114800"/>
          </a:xfrm>
          <a:prstGeom prst="roundRect">
            <a:avLst/>
          </a:prstGeom>
          <a:solidFill>
            <a:srgbClr val="F5F9FC"/>
          </a:solidFill>
          <a:ln w="254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666666"/>
                </a:solidFill>
              </a:defRPr>
            </a:pPr>
            <a:r>
              <a:t>[Graph showing: Rainfall at 0% → Dry Vegetation climbing → Fire Spread climbing</a:t>
            </a:r>
            <a:br/>
            <a:br/>
            <a:r>
              <a:t>You just simulated California's fire season!]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1A4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11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EXTEND — Play, Research, Expand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PLAY TIME! Experiment with your model: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    • What if rain comes back? How fast does the system recover?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    • What combination creates the WORST fire conditions?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RESEARCH: What's MISSING from your model?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    • Temperature / Heat waves?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    • Humans (campfires, power lines)?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    • Firefighters?</a:t>
            </a: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D1B2A"/>
                </a:solidFill>
              </a:defRPr>
            </a:pPr>
            <a:r>
              <a:t>ADD one new component based on your research!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Earth Systems 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ATMOSPHERE — weather, wind, temperature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BIOSPHERE — plants, trees, vegetation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HYDROSPHERE — rain, drought, water cycle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Wildfires happen where all three OVERLAP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Your model shows how they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ModelIt | G05-L01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</a:defRPr>
            </a:pPr>
            <a:r>
              <a:t>Career Connection: Wildfire Data Scientist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Builds computer models just like yours — but BIGGER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Predicts where fires will start BEFORE they happen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Analyzes weather, vegetation, wind, and climate data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Helps position firefighters and warn communities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SALARY: $95,000 - $150,000+ per year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0D1B2A"/>
                </a:solidFill>
              </a:defRPr>
            </a:pPr>
            <a:r>
              <a:t>• Your simple fire model? That's step one toward this career.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ModelIt | G05-L01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914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7EC8E3"/>
                </a:solidFill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What story does YOUR model tell?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7EC8E3"/>
                </a:solidFill>
              </a:defRPr>
            </a:pPr>
            <a:r>
              <a:t>[Think-Pair-Share: Explain your model to a partner]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